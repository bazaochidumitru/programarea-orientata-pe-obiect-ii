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2" r:id="rId3"/>
    <p:sldId id="266" r:id="rId4"/>
    <p:sldId id="263" r:id="rId5"/>
    <p:sldId id="264" r:id="rId6"/>
    <p:sldId id="265" r:id="rId7"/>
    <p:sldId id="267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30" autoAdjust="0"/>
  </p:normalViewPr>
  <p:slideViewPr>
    <p:cSldViewPr>
      <p:cViewPr varScale="1">
        <p:scale>
          <a:sx n="63" d="100"/>
          <a:sy n="63" d="100"/>
        </p:scale>
        <p:origin x="-1500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17.09.2016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designpatternsphp.readthedocs.io/ru/latest/Structural/Adapter/README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designpatternsphp.readthedocs.io/ru/latest/Structural/Decorator/README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Structural </a:t>
            </a:r>
            <a:r>
              <a:rPr lang="vi-VN" b="1" dirty="0" smtClean="0"/>
              <a:t>Patterns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buNone/>
            </a:pPr>
            <a:r>
              <a:rPr lang="ro-RO" dirty="0" smtClean="0"/>
              <a:t>Acest tip de </a:t>
            </a:r>
            <a:r>
              <a:rPr lang="ro-RO" dirty="0" err="1" smtClean="0"/>
              <a:t>patterne</a:t>
            </a:r>
            <a:r>
              <a:rPr lang="ro-RO" dirty="0" smtClean="0"/>
              <a:t> se bazează pe crearea sistemului în baza claselor și obiectelor. Aici pot fi utilizate 2 mecanisme:</a:t>
            </a:r>
          </a:p>
          <a:p>
            <a:pPr algn="just"/>
            <a:r>
              <a:rPr lang="ro-RO" b="1" dirty="0" smtClean="0"/>
              <a:t>Moștenire</a:t>
            </a:r>
            <a:r>
              <a:rPr lang="ro-RO" dirty="0" smtClean="0"/>
              <a:t> – clasa de bază definește interfața iar clasele extinse realizarea. Aceste structuri vor fi statice</a:t>
            </a:r>
          </a:p>
          <a:p>
            <a:pPr algn="just"/>
            <a:r>
              <a:rPr lang="ro-RO" b="1" dirty="0" smtClean="0"/>
              <a:t>Compoziție</a:t>
            </a:r>
            <a:r>
              <a:rPr lang="ro-RO" dirty="0" smtClean="0"/>
              <a:t> – obiectele diferitor clase sunt unite în structuri. Aceste structuri sunt dinamice și pot fi modificate în timpul execuției</a:t>
            </a:r>
            <a:endParaRPr lang="ru-RU" dirty="0" smtClean="0"/>
          </a:p>
          <a:p>
            <a:pPr>
              <a:buNone/>
            </a:pPr>
            <a:endParaRPr lang="ro-RO" dirty="0" smtClean="0"/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Adapter pattern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o-RO" dirty="0" smtClean="0"/>
              <a:t>	</a:t>
            </a:r>
            <a:r>
              <a:rPr lang="en-US" dirty="0" smtClean="0"/>
              <a:t>Scopul acestui pattern este de a </a:t>
            </a:r>
            <a:r>
              <a:rPr lang="ro-RO" dirty="0" smtClean="0"/>
              <a:t>transforma o interfață incompatibilă și incomodă în una compatibilă pentru aplicație.</a:t>
            </a:r>
          </a:p>
          <a:p>
            <a:pPr>
              <a:buNone/>
            </a:pPr>
            <a:r>
              <a:rPr lang="ro-RO" dirty="0" smtClean="0"/>
              <a:t>	El permite claselor să lucreze împreună, chiar dacă au interfețe diferite.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764704"/>
            <a:ext cx="2736304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Adapter pattern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896" y="332656"/>
            <a:ext cx="4104456" cy="6213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827584" y="4941168"/>
            <a:ext cx="98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smtClean="0">
                <a:hlinkClick r:id="rId3"/>
              </a:rPr>
              <a:t>Exemplu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Decorator pattern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o-RO" dirty="0" smtClean="0"/>
              <a:t>Scopul este de a adăuga dinamic noi posibilități clasei de bază.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Decorator pattern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7664" y="1124744"/>
            <a:ext cx="6167759" cy="5081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851920" y="6165304"/>
            <a:ext cx="986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dirty="0" smtClean="0">
                <a:hlinkClick r:id="rId3"/>
              </a:rPr>
              <a:t>Exemplu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 injection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Principiul de lucru al acestui pattern const</a:t>
            </a:r>
            <a:r>
              <a:rPr lang="ro-RO" dirty="0" smtClean="0"/>
              <a:t>ă în </a:t>
            </a:r>
            <a:r>
              <a:rPr lang="ro-RO" dirty="0" err="1" smtClean="0"/>
              <a:t>incapsularea</a:t>
            </a:r>
            <a:r>
              <a:rPr lang="ro-RO" dirty="0" smtClean="0"/>
              <a:t> unui obiect în alt obiect, astfel </a:t>
            </a:r>
            <a:r>
              <a:rPr lang="ro-RO" dirty="0" err="1" smtClean="0"/>
              <a:t>permițînd</a:t>
            </a:r>
            <a:r>
              <a:rPr lang="ro-RO" dirty="0" smtClean="0"/>
              <a:t> utilizarea de către obiectul principal a funcționalităților obiectului </a:t>
            </a:r>
            <a:r>
              <a:rPr lang="ro-RO" dirty="0" err="1" smtClean="0"/>
              <a:t>incapsulat</a:t>
            </a:r>
            <a:r>
              <a:rPr lang="ro-RO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Dependency injection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Principiul de lucru al acestui pattern const</a:t>
            </a:r>
            <a:r>
              <a:rPr lang="ro-RO" dirty="0" smtClean="0"/>
              <a:t>ă în </a:t>
            </a:r>
            <a:r>
              <a:rPr lang="ro-RO" dirty="0" err="1" smtClean="0"/>
              <a:t>incapsularea</a:t>
            </a:r>
            <a:r>
              <a:rPr lang="ro-RO" dirty="0" smtClean="0"/>
              <a:t> unui obiect în alt obiect, astfel </a:t>
            </a:r>
            <a:r>
              <a:rPr lang="ro-RO" dirty="0" err="1" smtClean="0"/>
              <a:t>permițînd</a:t>
            </a:r>
            <a:r>
              <a:rPr lang="ro-RO" dirty="0" smtClean="0"/>
              <a:t> utilizarea de către obiectul principal a funcționalităților obiectului </a:t>
            </a:r>
            <a:r>
              <a:rPr lang="ro-RO" dirty="0" err="1" smtClean="0"/>
              <a:t>incapsulat</a:t>
            </a:r>
            <a:r>
              <a:rPr lang="ro-RO" dirty="0" smtClean="0"/>
              <a:t>.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1196</TotalTime>
  <Words>144</Words>
  <Application>Microsoft Office PowerPoint</Application>
  <PresentationFormat>Экран (4:3)</PresentationFormat>
  <Paragraphs>17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Structural Patterns</vt:lpstr>
      <vt:lpstr>Adapter pattern</vt:lpstr>
      <vt:lpstr>Adapter pattern</vt:lpstr>
      <vt:lpstr>Decorator pattern</vt:lpstr>
      <vt:lpstr>Decorator pattern</vt:lpstr>
      <vt:lpstr>Dependency injection</vt:lpstr>
      <vt:lpstr>Dependency injection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patterns  </dc:title>
  <cp:lastModifiedBy>Sergiu</cp:lastModifiedBy>
  <cp:revision>82</cp:revision>
  <dcterms:modified xsi:type="dcterms:W3CDTF">2016-09-17T10:24:44Z</dcterms:modified>
</cp:coreProperties>
</file>