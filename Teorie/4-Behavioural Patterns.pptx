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30" autoAdjust="0"/>
  </p:normalViewPr>
  <p:slideViewPr>
    <p:cSldViewPr>
      <p:cViewPr varScale="1">
        <p:scale>
          <a:sx n="63" d="100"/>
          <a:sy n="63" d="100"/>
        </p:scale>
        <p:origin x="-156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Behavioural 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Acest tip de pattern-uri gestioneaz</a:t>
            </a:r>
            <a:r>
              <a:rPr lang="ro-RO" dirty="0" smtClean="0"/>
              <a:t>ă legăturile dintre obiecte și repartizează responsabilitățile între ele.</a:t>
            </a:r>
          </a:p>
          <a:p>
            <a:pPr algn="just">
              <a:buNone/>
            </a:pPr>
            <a:r>
              <a:rPr lang="ro-RO" dirty="0" smtClean="0"/>
              <a:t>	La realizarea acestui tip de pattern poate fi utilizată </a:t>
            </a:r>
            <a:r>
              <a:rPr lang="ro-RO" b="1" dirty="0" smtClean="0"/>
              <a:t>moștenirea </a:t>
            </a:r>
            <a:r>
              <a:rPr lang="ro-RO" dirty="0" smtClean="0"/>
              <a:t> sau </a:t>
            </a:r>
            <a:r>
              <a:rPr lang="ro-RO" b="1" dirty="0" smtClean="0"/>
              <a:t>compoziția.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2</Words>
  <Application>Microsoft Office PowerPoint</Application>
  <PresentationFormat>Экран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Behavioural Patterns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 </dc:title>
  <cp:lastModifiedBy>Sergiu</cp:lastModifiedBy>
  <cp:revision>83</cp:revision>
  <dcterms:modified xsi:type="dcterms:W3CDTF">2016-09-24T06:57:34Z</dcterms:modified>
</cp:coreProperties>
</file>