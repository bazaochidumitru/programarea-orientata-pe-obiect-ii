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51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cpp-reference.ru/patterns/creational-pattern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Design patterns	</a:t>
            </a:r>
            <a:br>
              <a:rPr lang="en-GB" b="1" dirty="0" smtClean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2924944"/>
            <a:ext cx="4819650" cy="313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Introducere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vi-VN" dirty="0" smtClean="0"/>
              <a:t>Design pattern-urile reprezintă soluții generale și reutilizabile ale unei probleme comune în design-ul software. Un design pattern este o descriere a soluției sau un template ce poate fi aplicat pentru rezolvarea problemei, nu o bucata de cod ce poate fi aplicata direct. În general pattern-urile orientate pe obiect arată relațiile și interacțiunile dintre clase sau obiecte, fără a specifica însă forma finală a claselor sau a obiectelor implicate.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vi-VN" dirty="0" smtClean="0"/>
              <a:t>Se consideră că există aproximativ </a:t>
            </a:r>
            <a:r>
              <a:rPr lang="vi-VN" dirty="0" smtClean="0">
                <a:solidFill>
                  <a:srgbClr val="FF0000"/>
                </a:solidFill>
              </a:rPr>
              <a:t>2000</a:t>
            </a:r>
            <a:r>
              <a:rPr lang="vi-VN" dirty="0" smtClean="0"/>
              <a:t> de design patterns, iar principalul mod de a le clasifica este următorul: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Clasificare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vi-VN" b="1" dirty="0" smtClean="0"/>
              <a:t>Creational Patterns</a:t>
            </a:r>
            <a:r>
              <a:rPr lang="vi-VN" dirty="0" smtClean="0"/>
              <a:t> - definesc mecanisme de creare a obiectelor</a:t>
            </a:r>
          </a:p>
          <a:p>
            <a:pPr lvl="1"/>
            <a:r>
              <a:rPr lang="vi-VN" dirty="0" smtClean="0"/>
              <a:t>Singleton, Factory etc.</a:t>
            </a:r>
          </a:p>
          <a:p>
            <a:r>
              <a:rPr lang="vi-VN" b="1" dirty="0" smtClean="0"/>
              <a:t>Structural Patterns</a:t>
            </a:r>
            <a:r>
              <a:rPr lang="vi-VN" dirty="0" smtClean="0"/>
              <a:t> - definesc relații între entități</a:t>
            </a:r>
          </a:p>
          <a:p>
            <a:pPr lvl="1"/>
            <a:r>
              <a:rPr lang="vi-VN" dirty="0" smtClean="0"/>
              <a:t>Decorator, Adapter, Facade, Composite, Proxy etc.</a:t>
            </a:r>
          </a:p>
          <a:p>
            <a:r>
              <a:rPr lang="vi-VN" b="1" dirty="0" smtClean="0"/>
              <a:t>Behavioural Patterns</a:t>
            </a:r>
            <a:r>
              <a:rPr lang="vi-VN" dirty="0" smtClean="0"/>
              <a:t> - definesc comunicarea între entități</a:t>
            </a:r>
          </a:p>
          <a:p>
            <a:pPr lvl="1"/>
            <a:r>
              <a:rPr lang="vi-VN" dirty="0" smtClean="0"/>
              <a:t>Visitor, Observer, Command, Mediator, Strategy etc.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52578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  <a:buNone/>
            </a:pPr>
            <a:r>
              <a:rPr lang="en-US" dirty="0" smtClean="0"/>
              <a:t>		</a:t>
            </a:r>
            <a:r>
              <a:rPr lang="vi-VN" dirty="0" smtClean="0"/>
              <a:t>Design pattern-urile nu trebuie privite drept niște rețete care pot fi aplicate direct pentru a rezolva o problemă din design-ul aplicației, pentru că de multe ori </a:t>
            </a:r>
            <a:r>
              <a:rPr lang="vi-VN" u="sng" dirty="0" smtClean="0"/>
              <a:t>pot complica</a:t>
            </a:r>
            <a:r>
              <a:rPr lang="vi-VN" dirty="0" smtClean="0"/>
              <a:t> inutil arhitectura. Trebuie întâi înțeles </a:t>
            </a:r>
            <a:r>
              <a:rPr lang="vi-VN" u="sng" dirty="0" smtClean="0"/>
              <a:t>dacă este cazul</a:t>
            </a:r>
            <a:r>
              <a:rPr lang="vi-VN" dirty="0" smtClean="0"/>
              <a:t> să fie aplicat un anumit pattern, si de-abia apoi adaptat pentru situația respectivă. Este foarte probabil chiar să folosiți un pattern (sau o abordare foarte similară acestuia) fără să vă dați seama sau să îl numiți explicit. Ce e important de reținut după studierea acestor pattern-uri este un mod de a aborda o problemă de design.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 smtClean="0"/>
              <a:t>Creational Patterns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/>
              <a:t>	Crearea obiectelor este una din cele mai r</a:t>
            </a:r>
            <a:r>
              <a:rPr lang="ro-RO" dirty="0" err="1" smtClean="0"/>
              <a:t>ăspîndite</a:t>
            </a:r>
            <a:r>
              <a:rPr lang="ro-RO" dirty="0" smtClean="0"/>
              <a:t> sarcini a programatorului. Aceste tipuri de </a:t>
            </a:r>
            <a:r>
              <a:rPr lang="ro-RO" dirty="0" err="1" smtClean="0"/>
              <a:t>patternuri</a:t>
            </a:r>
            <a:r>
              <a:rPr lang="ro-RO" dirty="0" smtClean="0"/>
              <a:t> sunt destinate pentru crearea obiectelor, </a:t>
            </a:r>
            <a:r>
              <a:rPr lang="ro-RO" dirty="0" err="1" smtClean="0"/>
              <a:t>permițînd</a:t>
            </a:r>
            <a:r>
              <a:rPr lang="ro-RO" dirty="0" smtClean="0"/>
              <a:t> sistemului să </a:t>
            </a:r>
            <a:r>
              <a:rPr lang="ro-RO" dirty="0" err="1" smtClean="0"/>
              <a:t>rămînă</a:t>
            </a:r>
            <a:r>
              <a:rPr lang="ro-RO" dirty="0" smtClean="0"/>
              <a:t> independent </a:t>
            </a:r>
            <a:r>
              <a:rPr lang="ro-RO" dirty="0" err="1" smtClean="0"/>
              <a:t>atît</a:t>
            </a:r>
            <a:r>
              <a:rPr lang="ro-RO" dirty="0" smtClean="0"/>
              <a:t> de procesul de creare al obiectelor </a:t>
            </a:r>
            <a:r>
              <a:rPr lang="ro-RO" dirty="0" err="1" smtClean="0"/>
              <a:t>cît</a:t>
            </a:r>
            <a:r>
              <a:rPr lang="ro-RO" dirty="0" smtClean="0"/>
              <a:t> și de tipul obiectelor create.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ro-RO" dirty="0" smtClean="0">
                <a:hlinkClick r:id="rId2"/>
              </a:rPr>
              <a:t>EXEMPLU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 smtClean="0"/>
              <a:t>Structural Patterns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None/>
            </a:pPr>
            <a:r>
              <a:rPr lang="en-US" dirty="0" smtClean="0"/>
              <a:t>	</a:t>
            </a:r>
            <a:r>
              <a:rPr lang="ro-RO" dirty="0" smtClean="0"/>
              <a:t>Acest tip de </a:t>
            </a:r>
            <a:r>
              <a:rPr lang="ro-RO" dirty="0" err="1" smtClean="0"/>
              <a:t>patterne</a:t>
            </a:r>
            <a:r>
              <a:rPr lang="ro-RO" dirty="0" smtClean="0"/>
              <a:t> se bazează pe crearea sistemului în baza claselor și obiectelor. Aici pot fi utilizate 2 mecanisme:</a:t>
            </a:r>
          </a:p>
          <a:p>
            <a:pPr algn="just"/>
            <a:r>
              <a:rPr lang="ro-RO" b="1" dirty="0" smtClean="0"/>
              <a:t>Moștenire</a:t>
            </a:r>
            <a:r>
              <a:rPr lang="ro-RO" dirty="0" smtClean="0"/>
              <a:t> – clasa de bază definește interfața iar clasele extinse realizarea. Aceste structuri vor fi statice</a:t>
            </a:r>
          </a:p>
          <a:p>
            <a:pPr algn="just"/>
            <a:r>
              <a:rPr lang="ro-RO" b="1" dirty="0" smtClean="0"/>
              <a:t>Compoziție</a:t>
            </a:r>
            <a:r>
              <a:rPr lang="ro-RO" dirty="0" smtClean="0"/>
              <a:t> – obiectele diferitor clase sunt unite în structuri. Aceste structuri sunt dinamice și pot fi modificate în timpul execuției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 smtClean="0"/>
              <a:t>Behavioural Patterns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	</a:t>
            </a:r>
            <a:r>
              <a:rPr lang="en-US" dirty="0" smtClean="0"/>
              <a:t>Acest tip de pattern-uri gestioneaz</a:t>
            </a:r>
            <a:r>
              <a:rPr lang="ro-RO" dirty="0" smtClean="0"/>
              <a:t>ă legăturile dintre obiecte și repartizează responsabilitățile între ele.</a:t>
            </a:r>
          </a:p>
          <a:p>
            <a:pPr algn="just">
              <a:buNone/>
            </a:pPr>
            <a:r>
              <a:rPr lang="ro-RO" dirty="0" smtClean="0"/>
              <a:t>	</a:t>
            </a:r>
            <a:r>
              <a:rPr lang="ro-RO" dirty="0" smtClean="0"/>
              <a:t>La realizarea acestui tip de pattern poate fi utilizată </a:t>
            </a:r>
            <a:r>
              <a:rPr lang="ro-RO" b="1" dirty="0" smtClean="0"/>
              <a:t>moștenirea </a:t>
            </a:r>
            <a:r>
              <a:rPr lang="ro-RO" dirty="0" smtClean="0"/>
              <a:t> </a:t>
            </a:r>
            <a:r>
              <a:rPr lang="ro-RO" smtClean="0"/>
              <a:t>sau </a:t>
            </a:r>
            <a:r>
              <a:rPr lang="ro-RO" b="1" smtClean="0"/>
              <a:t>compoziția.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13</Words>
  <Application>Microsoft Office PowerPoint</Application>
  <PresentationFormat>Экран (4:3)</PresentationFormat>
  <Paragraphs>24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Design patterns  </vt:lpstr>
      <vt:lpstr>Introducere</vt:lpstr>
      <vt:lpstr>Слайд 3</vt:lpstr>
      <vt:lpstr>Clasificare</vt:lpstr>
      <vt:lpstr>Important</vt:lpstr>
      <vt:lpstr>Creational Patterns</vt:lpstr>
      <vt:lpstr>Structural Patterns</vt:lpstr>
      <vt:lpstr>Behavioural Patterns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  </dc:title>
  <cp:lastModifiedBy>Sergiu</cp:lastModifiedBy>
  <cp:revision>41</cp:revision>
  <dcterms:modified xsi:type="dcterms:W3CDTF">2016-09-16T08:04:57Z</dcterms:modified>
</cp:coreProperties>
</file>